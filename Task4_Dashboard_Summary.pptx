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91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1424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6C3CE9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LABS · TASK 4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Sales &amp; Analysis Dashboard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3566160"/>
            <a:ext cx="1280160" cy="0"/>
          </a:xfrm>
          <a:prstGeom prst="line">
            <a:avLst/>
          </a:prstGeom>
          <a:noFill/>
          <a:ln w="38100">
            <a:solidFill>
              <a:srgbClr val="6C3C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Hanny Rachel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C3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SUMMARY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Overview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2-page interactive Power BI dashboard with slicers for Year, Country, Segment and Product.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32888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278892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$118.73M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47472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Sales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01568" y="2331720"/>
            <a:ext cx="2532888" cy="1920240"/>
          </a:xfrm>
          <a:prstGeom prst="roundRect">
            <a:avLst>
              <a:gd name="adj" fmla="val 4762"/>
            </a:avLst>
          </a:prstGeom>
          <a:solidFill>
            <a:srgbClr val="6C3CE9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38728" y="278892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$16.89M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538728" y="347472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54496" y="2331720"/>
            <a:ext cx="2532888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91656" y="278892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349.5%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391656" y="347472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Growth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07424" y="2331720"/>
            <a:ext cx="2532888" cy="1920240"/>
          </a:xfrm>
          <a:prstGeom prst="roundRect">
            <a:avLst>
              <a:gd name="adj" fmla="val 4762"/>
            </a:avLst>
          </a:prstGeom>
          <a:solidFill>
            <a:srgbClr val="6C3CE9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244584" y="278892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9244584" y="347472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 Sold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10177272" cy="777240"/>
          </a:xfrm>
          <a:prstGeom prst="roundRect">
            <a:avLst>
              <a:gd name="adj" fmla="val 11765"/>
            </a:avLst>
          </a:prstGeom>
          <a:solidFill>
            <a:srgbClr val="F7F7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617720"/>
            <a:ext cx="10177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3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available: 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 ·  Country  ·  Segment  ·  Product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04949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Design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99309"/>
            <a:ext cx="5385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C3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65069"/>
            <a:ext cx="5385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for key financial metrics</a:t>
            </a:r>
            <a:endParaRPr lang="en-US" sz="1200" dirty="0"/>
          </a:p>
          <a:p>
            <a:pPr marL="228600" indent="-2286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&amp; Profit Trend</a:t>
            </a:r>
            <a:endParaRPr lang="en-US" sz="1200" dirty="0"/>
          </a:p>
          <a:p>
            <a:pPr marL="228600" indent="-2286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comparison across countries</a:t>
            </a:r>
            <a:endParaRPr lang="en-US" sz="1200" dirty="0"/>
          </a:p>
          <a:p>
            <a:pPr marL="228600" indent="-2286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553789"/>
            <a:ext cx="5385816" cy="3847011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254496" y="999309"/>
            <a:ext cx="5385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C3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254496" y="1342209"/>
            <a:ext cx="5385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vs COGS</a:t>
            </a:r>
            <a:endParaRPr lang="en-US" sz="1200" dirty="0"/>
          </a:p>
          <a:p>
            <a:pPr marL="228600" indent="-2286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by Product</a:t>
            </a:r>
            <a:endParaRPr lang="en-US" sz="1200" dirty="0"/>
          </a:p>
          <a:p>
            <a:pPr marL="228600" indent="-2286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Analysis</a:t>
            </a:r>
            <a:endParaRPr lang="en-US" sz="1200" dirty="0"/>
          </a:p>
          <a:p>
            <a:pPr marL="228600" indent="-2286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Analysis</a:t>
            </a:r>
            <a:endParaRPr lang="en-US" sz="1200" dirty="0"/>
          </a:p>
          <a:p>
            <a:pPr marL="228600" indent="-2286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Segment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54495" y="2579913"/>
            <a:ext cx="5530067" cy="3847011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2850D64-51F6-41C2-63A5-462B09CF9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52" y="2680775"/>
            <a:ext cx="5259792" cy="364528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B55BC0A-F8DE-1F0B-2237-0C922ED70D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8807" y="2680775"/>
            <a:ext cx="5372945" cy="36452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C3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0698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Paseo generated the highest profit at approximately $4.8M.</a:t>
            </a:r>
            <a:endParaRPr lang="en-US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was the largest sales segment with $52.5M (44.22%).</a:t>
            </a:r>
            <a:endParaRPr lang="en-US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recorded the highest sales among the countries shown.</a:t>
            </a:r>
            <a:endParaRPr lang="en-US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recorded the highest monthly sales, while March and August were among the lowest.</a:t>
            </a:r>
            <a:endParaRPr lang="en-US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discount products accounted for the largest discount amount at approximately $5.3M.</a:t>
            </a:r>
            <a:endParaRPr lang="en-US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increased significantly from 2013 to 2014, with 2014 contributing the majority of revenue.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6C3CE9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1828802"/>
            <a:ext cx="9601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provides a clear view of sales, profit and financial performance.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country and segment analysis helps identify high-performing areas.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COGS and discount analysis provides insight into cost and profitability patterns.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 allow users to explore the data and support data-driven decisions.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1280160" cy="0"/>
          </a:xfrm>
          <a:prstGeom prst="line">
            <a:avLst/>
          </a:prstGeom>
          <a:noFill/>
          <a:ln w="38100">
            <a:solidFill>
              <a:srgbClr val="6C3C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120639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59117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Hanny Rachel  ·  Data Analyst Internship  ·  Elevate Labs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253</Words>
  <Application>Microsoft Office PowerPoint</Application>
  <PresentationFormat>Widescreen</PresentationFormat>
  <Paragraphs>50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Hanny Rachel</cp:lastModifiedBy>
  <cp:revision>7</cp:revision>
  <dcterms:created xsi:type="dcterms:W3CDTF">2026-09-03T10:50:59Z</dcterms:created>
  <dcterms:modified xsi:type="dcterms:W3CDTF">2026-09-03T12:31:31Z</dcterms:modified>
</cp:coreProperties>
</file>